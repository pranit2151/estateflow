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Welcome everyone. Today we present EstateFlow CRM, a complete full-stack lead management system tailored for the real estate industry.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Our system is built on solid requirements. We enforce strict phone validations and maintain database integrity via cascading hard deletes for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We selected a modern TypeScript stack. Next.js and NestJS provide a highly structured ecosystem, while PostgreSQL + Prisma handles our relational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architecture is a classic decoupled client-server model. The Next.js frontend communicates via REST APIs to a NestJS server, which interfaces with PostgreSQL via Prisma.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Our schema strictly enforces data types using native PostgreSQL Enums. We mapped relationships carefully, ensuring orphaned notes never exist by using cascade deletions.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REST API is designed to be predictable. We leverage NestJS validation pipes to guarantee payloads match our DTOs, and global exception filters to format errors uniformly.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We follow the Controller-Service-Repository pattern natively via NestJS and Prisma. This separation of concerns ensures unit-testability and clean code maintenance.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frontend takes full advantage of Next.js App Router. We modularized API calls, shared contexts, and components for highly maintainable view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Form validations block submissions of invalid phone numbers or empty fields on the frontend, while the backend mirrors these checks for bulletproof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The leads list handles large datasets via server-side pagination. Real-time search and filtering make it trivial to locate specific high-value prospects.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Individual lead pages track all historical notes and status changes. The central dashboard provides instant visibility into overall conversion health.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Going forward, we plan to implement automated messaging and agent assignments. Running the app locally is as simple as installing packages and pushing the Prisma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91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EstateFlow CRM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40AF"/>
                </a:solidFill>
              </a:rPr>
              <a:t>Lead Management System (Mini CRM)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F2937"/>
                </a:solidFill>
              </a:rPr>
              <a:t>Streamlining Real Estate Lead Capture and Conversion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Requirements &amp; Assumptions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JWT Auth implemented for secure access to the system.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Lead phone numbers are strictly validated as 10-digit Indian numbers.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Deleting a lead triggers a hard cascade delete of all its notes.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Conversion Rate = (Closed Leads / Total Leads) in dashboard metrics.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Optimized for rapid data entry with responsive design.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Tech Stack &amp; Rationale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Frontend: Next.js (React) - robust SPA routing and modular architecture.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Backend: NestJS - scalable, heavily structured REST API out of the box.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ORM: Prisma - type-safe schema modeling and seamless migrations.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Database: PostgreSQL - relational integrity, enums, and reliability.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Styling: Pure CSS modules - zero dependencies, custom polished aesthetic.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2286000" cy="1371600"/>
          </a:xfrm>
          <a:prstGeom prst="rect">
            <a:avLst/>
          </a:prstGeom>
          <a:solidFill>
            <a:srgbClr val="3B82F6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286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Next.js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Frontend SPA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91840" y="2743200"/>
            <a:ext cx="914400" cy="45720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6" name="Text 4"/>
          <p:cNvSpPr/>
          <p:nvPr/>
        </p:nvSpPr>
        <p:spPr>
          <a:xfrm>
            <a:off x="329184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REST 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2286000" cy="1371600"/>
          </a:xfrm>
          <a:prstGeom prst="rect">
            <a:avLst/>
          </a:prstGeom>
          <a:solidFill>
            <a:srgbClr val="10B981"/>
          </a:solidFill>
          <a:ln w="25400">
            <a:solidFill>
              <a:srgbClr val="1E40A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228600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NestJS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Backend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0" y="2743200"/>
            <a:ext cx="914400" cy="457200"/>
          </a:xfrm>
          <a:prstGeom prst="rightArrow">
            <a:avLst/>
          </a:prstGeom>
          <a:solidFill>
            <a:srgbClr val="CCCCC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2377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Prisma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1828800" cy="1828800"/>
          </a:xfrm>
          <a:prstGeom prst="can">
            <a:avLst/>
          </a:prstGeom>
          <a:solidFill>
            <a:srgbClr val="4B5563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5603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PostgreSQL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Database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Database Schema &amp;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Leads Table: 1-to-N relationship with Lead_Notes table.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Enums used for strict constraints: PropertyType (1BHK-4BHK, Plot, Commercial).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LeadSource (Google, Facebook, Referral, etc.) and LeadStatus.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Performance Indexes: B-Tree indexes on [status] and [created_at].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Referential Integrity: onDelete: Cascade removes notes when a lead is deleted.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API Design &amp; Endpoints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POST /api/auth/login, POST /api/auth/register - JWT Token generation.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GET /api/leads - Paginated, searchable, and filterable list.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POST /api/leads - Validates incoming DTOs before creation.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GET /api/dashboard/summary - Aggregates metrics (Total, Closed, Revenue).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Standardized JSON response wrapper with generic error exception filters.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Backend Layers (NestJS)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Controllers: Handle HTTP routing, payload parsing, and returning responses.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Services: Contain core business logic, hashing passwords, and validations.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Prisma Service: Abstracts database queries and acts as our repository layer.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Validation Pipes: Uses class-validator to enforce constraints (e.g., 10-digit phone).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Global Error Mapping: Prisma constraint errors gracefully translated to HTTP 400/409.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Frontend Structure (Next.js App Router)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/app Directory: Defines file-based routing and lazy-loaded page boundaries.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Components Layer: Reusable UI elements (Sidebar, ClientLayout).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Context API: AuthContext manages global JWT state and localStorage persistence.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API Utils (lib/api.ts): Wraps fetch requests with interceptors for Authorization headers.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Strict Typing: Shared TypeScript interfaces for API responses and payload structures.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Lead Capture &amp; Validation</a:t>
            </a:r>
            <a:endParaRPr lang="en-US" sz="2600" dirty="0"/>
          </a:p>
        </p:txBody>
      </p:sp>
      <p:pic>
        <p:nvPicPr>
          <p:cNvPr id="3" name="Image 0" descr="c:/WorkSpace/assignment/docs/screenshots/04-add-lead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3840480" cy="2926080"/>
          </a:xfrm>
          <a:prstGeom prst="rect">
            <a:avLst/>
          </a:prstGeom>
        </p:spPr>
      </p:pic>
      <p:pic>
        <p:nvPicPr>
          <p:cNvPr id="4" name="Image 1" descr="c:/WorkSpace/assignment/docs/screenshots/05-form-validation-error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645920"/>
            <a:ext cx="3840480" cy="2926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Client-side &amp; API-level validation prevents bad data.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Dynamic Lead Listing &amp; Filters</a:t>
            </a:r>
            <a:endParaRPr lang="en-US" sz="2600" dirty="0"/>
          </a:p>
        </p:txBody>
      </p:sp>
      <p:pic>
        <p:nvPicPr>
          <p:cNvPr id="3" name="Image 0" descr="c:/WorkSpace/assignment/docs/screenshots/02-lead-l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3840480" cy="2926080"/>
          </a:xfrm>
          <a:prstGeom prst="rect">
            <a:avLst/>
          </a:prstGeom>
        </p:spPr>
      </p:pic>
      <p:pic>
        <p:nvPicPr>
          <p:cNvPr id="4" name="Image 1" descr="c:/WorkSpace/assignment/docs/screenshots/03-list-filter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1645920"/>
            <a:ext cx="3840480" cy="29260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Server-side pagination, search by name/email, and status filtering.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Lead Details &amp; Analytics Dashboard</a:t>
            </a:r>
            <a:endParaRPr lang="en-US" sz="2600" dirty="0"/>
          </a:p>
        </p:txBody>
      </p:sp>
      <p:pic>
        <p:nvPicPr>
          <p:cNvPr id="3" name="Image 0" descr="c:/WorkSpace/assignment/docs/screenshots/06-lead-detai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1645920"/>
            <a:ext cx="2834640" cy="2926080"/>
          </a:xfrm>
          <a:prstGeom prst="rect">
            <a:avLst/>
          </a:prstGeom>
        </p:spPr>
      </p:pic>
      <p:pic>
        <p:nvPicPr>
          <p:cNvPr id="4" name="Image 1" descr="c:/WorkSpace/assignment/docs/screenshots/07-notes-and-statu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08960" y="1645920"/>
            <a:ext cx="2834640" cy="2926080"/>
          </a:xfrm>
          <a:prstGeom prst="rect">
            <a:avLst/>
          </a:prstGeom>
        </p:spPr>
      </p:pic>
      <p:pic>
        <p:nvPicPr>
          <p:cNvPr id="5" name="Image 2" descr="c:/WorkSpace/assignment/docs/screenshots/01-dashboar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1645920"/>
            <a:ext cx="2834640" cy="29260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82880" y="475488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Granular views of interaction history alongside high-level KPI metrics.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</a:rPr>
              <a:t>Challenges, Future Scope &amp; Setup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Challenges: Handling hydration mismatch and client-side AuthContext race conditions.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Future: Agent assignment, CSV import, automated WhatsApp/Email reminders.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Setup: npm install -&gt; set DATABASE_URL -&gt; npm run prisma:push -&gt; npm run start:dev.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Testing: Unit tests coverage expansion with Jest and e2e UI tests via Playwright.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Demo &amp; Repo: Available live via provided GitHub repository link.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7320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2026-09-30T16:55:28Z</dcterms:created>
  <dcterms:modified xsi:type="dcterms:W3CDTF">2026-09-30T16:55:28Z</dcterms:modified>
</cp:coreProperties>
</file>